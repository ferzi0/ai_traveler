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B5311-8D7F-FA7E-09DD-B6859147A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84B7F3-CE6C-316A-C7C0-36E9AAF87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831755-1DC1-B74A-21F8-11F2BA300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D71A-5450-4C3F-9392-8FC898E4EC6C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DCF9D0-4BFF-308D-31BC-75F40A4FE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F8D2FC-BEF0-1B5A-52BF-5E8F18EB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8CE0-BDF2-4006-8114-F9BA7F5E0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875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F42AB-23D2-9832-2F64-7092337F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263758-B05F-3361-1AB7-928D5D45C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54C166-CE2F-BF67-90B1-872C97CEF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D71A-5450-4C3F-9392-8FC898E4EC6C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FF9AFE-F02A-BC9E-8348-CD1C30AA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1DD17B-867B-CA6C-7357-0E52194C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8CE0-BDF2-4006-8114-F9BA7F5E0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60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96C79-CB9B-E7F4-00FF-BF2D5139C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4797C2-CD72-6B51-A787-8CCBD3B94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DB728F-136C-4273-088F-5636A60B8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D71A-5450-4C3F-9392-8FC898E4EC6C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F51FF5-2746-E02D-0178-83B06EDF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BD7C3F-3B41-7BFB-EE69-02B31FD8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8CE0-BDF2-4006-8114-F9BA7F5E0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509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BB9E9-D300-7F59-6072-44F3D5BB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A08DC2-F36F-E363-FDBE-27DEBAE82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26DAC5-37BA-E060-A9EC-5F2559FD4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6BC43E-147E-4960-00D0-CAACA6A3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D71A-5450-4C3F-9392-8FC898E4EC6C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9E5BBE-CBB9-39D4-D94A-6BCE684D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249640-4204-B26B-EEA1-D1B036D41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8CE0-BDF2-4006-8114-F9BA7F5E0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41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C8084D-833C-5320-D7F4-999FE633F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A5C429-6507-AAC4-C7A5-34533C66F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DC0A19-EFFF-42E8-2CC8-CE0C17F31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80030A7-BBD8-4D4E-D4DD-4C5CF985D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A022A55-8D7A-1363-8A58-ED8689F54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1CF8514-CB77-53F7-8831-B9411E2E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D71A-5450-4C3F-9392-8FC898E4EC6C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EC8E7A-F90F-34CD-BDCA-266D14C98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60B5142-9875-6E50-695F-9C23D951E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8CE0-BDF2-4006-8114-F9BA7F5E0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62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7C843-95A1-F10B-4D49-28DC58A0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4177D0-1645-4D1F-5EA7-A6A6EA2A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D71A-5450-4C3F-9392-8FC898E4EC6C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9D59DE0-E024-2ADB-E0D6-1C2CCEBBF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D91387-4C17-3208-F429-7905A7DEC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8CE0-BDF2-4006-8114-F9BA7F5E0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238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A3B7984-6D6A-CD4C-A235-FDAF2AD82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D71A-5450-4C3F-9392-8FC898E4EC6C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838BB8-1116-C59B-080E-E33FA3AC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EDD9A8-4926-E173-783E-AE147066B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8CE0-BDF2-4006-8114-F9BA7F5E0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40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EA0F9-5356-CB18-89B7-4177B5F5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46617B-1F2C-46D3-E668-7BD0134BB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80C2A3-8A20-D6F9-4C08-E5DDFBE43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895D3E-F4E8-51D1-E1AA-9CDC273C9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D71A-5450-4C3F-9392-8FC898E4EC6C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2702EC-0410-DBF0-4720-878418F98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521A01-7F37-2DCF-4448-0E778CA5F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8CE0-BDF2-4006-8114-F9BA7F5E0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511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C1C210-7C91-B9FD-6181-8ED50670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6FCCE10-3A09-0237-2546-9EA7273DC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591579-0186-7EA5-149D-8F8930F27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45744D-5CB3-E051-7069-63F9A43F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D71A-5450-4C3F-9392-8FC898E4EC6C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941429-2ED5-5EDE-CF0E-D09132F8A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2D8A83-9D31-4B93-4077-853D21C7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8CE0-BDF2-4006-8114-F9BA7F5E0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90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F0A31-5F49-29AC-A30B-26FF30EE9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BB49F8-D578-27B1-410D-4C40BAA86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5D3806-73D3-FBAD-D20D-77636459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D71A-5450-4C3F-9392-8FC898E4EC6C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142F85-5D66-97B1-F4CA-D980D580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39F683-0E10-4EB3-688D-C6064DF6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8CE0-BDF2-4006-8114-F9BA7F5E0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810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DD10F9-FC3D-095C-08DE-AD5E962D6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2ABDCB-C583-A5AA-9270-865340CD8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F0C1B9-5706-EEE5-1EC0-ED4F82A2F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D71A-5450-4C3F-9392-8FC898E4EC6C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E5540F-B33F-004C-33B1-4C9EBF9A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27BA8E-D14F-7C15-8906-998622722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8CE0-BDF2-4006-8114-F9BA7F5E0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39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D7198-F6F1-6BC5-7D14-0B0AA7F60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89541A-2962-2C54-D923-8C026D4B3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EF869F-CFCF-151F-6208-7FCC602B8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2ED71A-5450-4C3F-9392-8FC898E4EC6C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FD77AA-F373-9716-EC00-5293963D2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E0605B-C31A-9970-9377-FE27C38DB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48CE0-BDF2-4006-8114-F9BA7F5E0B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630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77.222.43.225:3000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0EB78-AF22-E6E8-E01F-9BC6E0CC8C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0E5002-BC43-FBEC-3032-EFCE71F1C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0C6D25-46BD-CE9F-BFC4-3BE6BE100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7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28A2-4AEC-C294-CFDF-62AB9C5E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65EEE9-88F5-1E54-3916-319C5A266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27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E2E89-943E-F972-5F3A-EAF673371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программное обеспечение, Значок на компьютер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9538AE-5C2B-8259-25F3-2F8088F46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76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F6D78-E545-DF1E-510C-8B94422A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снимок экрана, Мобильный телеф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A8AF7D5-CDB1-DDD3-28FA-A4BC5D201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2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2DFD7-578C-443B-DB6D-A75191DF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электрон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6D2F2A-DA11-F8D1-3A0A-A16365E0C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0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E5B75-95AC-ED0D-0325-FDD92672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6F811E-EBFA-8B6E-2BEC-0D5996DFC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0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EC9B5-6C0D-86BE-F30B-DB11FBF7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Шрифт, снимок экран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4E3893-A4EA-058F-DBE3-C798DF5C4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77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8CB6D-A3E1-AFEC-5A4B-5484839E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1606714-333F-E457-347F-1249C50A4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92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2B2C-855D-6D43-45A3-67E589CB6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8E8058-CBD9-6180-EF63-F256C36B1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4900"/>
            <a:ext cx="12192000" cy="6731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нимок экрана, текс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A8415B-F84F-B335-94DC-BAEEAF961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1" y="0"/>
            <a:ext cx="12059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4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5DEB2-C7F3-2CE5-4C3B-BAB71250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1691487-88AF-9C9D-8869-58D35F82F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4900"/>
            <a:ext cx="12192000" cy="673100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1800D7-F178-2C37-3B1F-0B5B7CD47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975" y="0"/>
            <a:ext cx="8066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72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09AD-6EBF-314C-518E-87E55913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308D5EF-C7EC-A311-39F0-66D28C99A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553" y="231987"/>
            <a:ext cx="6784975" cy="595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D872D9-2C7E-32CD-60A8-652EC7D46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067" y="298027"/>
            <a:ext cx="691666" cy="31191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6817E0-4032-ED61-AD1A-973E7090D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4900"/>
            <a:ext cx="121920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32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C39F2-AA44-98A1-A18F-5C10754DE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F21852-6DDD-0348-96E0-6703C67CE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067" y="298027"/>
            <a:ext cx="691666" cy="311911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E9D06C-9DA7-68E9-6CA9-D24FB0326E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hlinkClick r:id="rId4"/>
            <a:extLst>
              <a:ext uri="{FF2B5EF4-FFF2-40B4-BE49-F238E27FC236}">
                <a16:creationId xmlns:a16="http://schemas.microsoft.com/office/drawing/2014/main" id="{2D32F005-7C04-4E16-B2AD-B27AE5FDB96F}"/>
              </a:ext>
            </a:extLst>
          </p:cNvPr>
          <p:cNvSpPr/>
          <p:nvPr/>
        </p:nvSpPr>
        <p:spPr>
          <a:xfrm>
            <a:off x="3677478" y="1679713"/>
            <a:ext cx="4959626" cy="4412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259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EC29-9B83-AC0E-D763-25CE1D06D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BDE77C-1AFC-3A45-B3EC-F8F3B60CA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067" y="298027"/>
            <a:ext cx="691666" cy="311911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0EDC86-5BFE-1370-8E62-8F89472198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500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0</Words>
  <Application>Microsoft Office PowerPoint</Application>
  <PresentationFormat>Широкоэкранный</PresentationFormat>
  <Paragraphs>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Кирилл Жигарь</dc:creator>
  <cp:lastModifiedBy>Vasya Mak</cp:lastModifiedBy>
  <cp:revision>13</cp:revision>
  <dcterms:created xsi:type="dcterms:W3CDTF">2025-05-21T06:13:47Z</dcterms:created>
  <dcterms:modified xsi:type="dcterms:W3CDTF">2025-06-03T06:01:34Z</dcterms:modified>
</cp:coreProperties>
</file>